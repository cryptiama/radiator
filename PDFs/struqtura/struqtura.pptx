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75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B0DC-EC61-4779-7359-1134EF0DD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38999-FA58-FFD4-4BD2-26EC8231B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87278-1E3C-266B-9634-99B16DD0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1F21-02E3-48E8-6650-11ADF013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AB8E0-5F6D-0AEC-E540-19DB9163E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36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CF87-C4FF-66E2-5E4D-662DED06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BDE6C-18B6-D848-F7F3-CC6D88F80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5C3C8-6A28-6A71-925C-3886A80B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16F8B-7F97-EE3C-A8E6-4D35D41F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3A4C3-F41C-65DC-CE75-1087B3A3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2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2C1F-4A75-C24C-6D34-B90D5EDD3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1C178-F811-D02B-3C39-EC260280F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CC88-4199-6EEF-1160-5A7A94D5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A27FF-2CEF-7CE0-2449-2600AA5A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3F856-71C7-3EF1-B657-782FD606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AD2DC-6D31-1AF1-D0E7-C6E99ABD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8016-731D-F599-A60D-EB0354DBC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D23BD-702C-EEC2-A9DA-9CAE75DE7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3A24-B88F-6C3A-D956-4CFFB830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FA198-1EFD-0DD8-24A4-11B204F8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2DD6D-DE22-C979-E102-D92B4543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6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BC89-89E8-4914-E681-0F50D221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64E9D-E2E7-5634-E6B8-C2A5B0CEE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B53D9-0B20-D73A-302B-CB91389B8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D773C-15AE-DD83-35EC-BCB289703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4427F-2080-EBCC-C4B9-E83DEDB9F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ECAB2-605D-7090-5DBE-E06171B0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E26B1-9D7B-FAC9-ACA5-E18D057C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B8DE9-EEA9-8970-350A-CEEB103FF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8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C73A-EB88-F2B4-AF5D-86AE27AC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8B015-EF32-E696-D91A-5E778175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AF196-4709-FC12-CF32-376FE5E3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C700F-E1C7-87EC-97E2-7D49592A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5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CD8F5-A5DE-DDAA-5482-CF8CCD59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47304-70AE-0CFA-3933-7BA3FF2B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7FA03-84F2-A1F5-CF0B-48D7506E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1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010E-0A96-EB7B-AC48-CC359A34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D647-1FDE-03CF-2DFD-40B0E42F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B66E6-0BCC-70D3-36D1-4498916EB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41C97-1F51-D0F7-871E-DAAF294C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05728-1E54-0E24-F8AE-33EA2AC3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F6BBB-DCC9-7417-925A-11796D28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F92D-D841-1CD6-0FDA-A5768109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7A10-7273-4A3B-3006-591D71378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52CFB-E212-0189-7BCA-F0FD87A87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A6981-F426-3CF3-A563-00023F43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3D6FF-79B9-9D4C-6157-2DCFC25D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33B70-331E-8467-AD1C-1243DF52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0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C70F-5277-C2C0-46A4-6892521D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D8F8E-302F-944F-2480-8F71893A0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35F27-A1CA-F9A9-670B-14464E0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0BA4B-AE82-8D1B-D97D-ABC30180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057F-7748-BDFA-6FA7-7935F223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3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A2858-475E-DCB4-AA2B-348FF71FB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960BD-B434-D751-F26F-F755B9364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296A0-5188-F5F3-DD3E-031FC557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86945-DE77-2D1B-F111-EA3BF140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0BD50-DD3B-D03E-ADFF-5C180962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1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AE3EC-E464-6AD5-969E-74234A39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A35FD-0046-022B-F742-677D8E70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FC05-AB31-C260-FE95-ACFEBF635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0ABF7-4AD7-413A-B315-B63D12E391E9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709B0-A9C0-A3CE-FC0F-162FF1A98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68D93-71B9-D331-C623-5A8DD24A7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D3692-D5D0-4E1F-9F6B-D91515C41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6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rrow: Bent 45">
            <a:extLst>
              <a:ext uri="{FF2B5EF4-FFF2-40B4-BE49-F238E27FC236}">
                <a16:creationId xmlns:a16="http://schemas.microsoft.com/office/drawing/2014/main" id="{5142DB05-D60D-5A7E-032E-96EBD81F9938}"/>
              </a:ext>
            </a:extLst>
          </p:cNvPr>
          <p:cNvSpPr/>
          <p:nvPr/>
        </p:nvSpPr>
        <p:spPr>
          <a:xfrm rot="10800000" flipH="1">
            <a:off x="1233575" y="3494211"/>
            <a:ext cx="1350298" cy="1061666"/>
          </a:xfrm>
          <a:prstGeom prst="bentArrow">
            <a:avLst>
              <a:gd name="adj1" fmla="val 5579"/>
              <a:gd name="adj2" fmla="val 2856"/>
              <a:gd name="adj3" fmla="val 9397"/>
              <a:gd name="adj4" fmla="val 24188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BF32BB-AF3B-0985-074C-C416E472EBBA}"/>
              </a:ext>
            </a:extLst>
          </p:cNvPr>
          <p:cNvSpPr/>
          <p:nvPr/>
        </p:nvSpPr>
        <p:spPr>
          <a:xfrm>
            <a:off x="1441276" y="3937670"/>
            <a:ext cx="1350818" cy="1279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Bent 43">
            <a:extLst>
              <a:ext uri="{FF2B5EF4-FFF2-40B4-BE49-F238E27FC236}">
                <a16:creationId xmlns:a16="http://schemas.microsoft.com/office/drawing/2014/main" id="{620F9D5C-C7CA-5011-12FB-D8BC3F692E98}"/>
              </a:ext>
            </a:extLst>
          </p:cNvPr>
          <p:cNvSpPr/>
          <p:nvPr/>
        </p:nvSpPr>
        <p:spPr>
          <a:xfrm flipH="1">
            <a:off x="1823197" y="688108"/>
            <a:ext cx="2282977" cy="1061666"/>
          </a:xfrm>
          <a:prstGeom prst="bentArrow">
            <a:avLst>
              <a:gd name="adj1" fmla="val 5579"/>
              <a:gd name="adj2" fmla="val 2856"/>
              <a:gd name="adj3" fmla="val 9397"/>
              <a:gd name="adj4" fmla="val 47678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D313BB3-35C1-3712-8024-B851A3353EC3}"/>
              </a:ext>
            </a:extLst>
          </p:cNvPr>
          <p:cNvSpPr/>
          <p:nvPr/>
        </p:nvSpPr>
        <p:spPr>
          <a:xfrm>
            <a:off x="3457561" y="942118"/>
            <a:ext cx="1350818" cy="1279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632135-8E34-841C-D86B-E13B1D8A1C9B}"/>
              </a:ext>
            </a:extLst>
          </p:cNvPr>
          <p:cNvCxnSpPr>
            <a:cxnSpLocks/>
          </p:cNvCxnSpPr>
          <p:nvPr/>
        </p:nvCxnSpPr>
        <p:spPr>
          <a:xfrm>
            <a:off x="5486400" y="688108"/>
            <a:ext cx="202276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26D2715-0288-B9B0-14BB-C27FD84B8604}"/>
              </a:ext>
            </a:extLst>
          </p:cNvPr>
          <p:cNvSpPr/>
          <p:nvPr/>
        </p:nvSpPr>
        <p:spPr>
          <a:xfrm>
            <a:off x="7680035" y="124690"/>
            <a:ext cx="2216723" cy="1126836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dirty="0"/>
              <a:t>სამეცნიერო საბჭო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FA220A1-9D5B-3F36-7A76-4A254D81130F}"/>
              </a:ext>
            </a:extLst>
          </p:cNvPr>
          <p:cNvSpPr/>
          <p:nvPr/>
        </p:nvSpPr>
        <p:spPr>
          <a:xfrm rot="16200000">
            <a:off x="4098726" y="3132205"/>
            <a:ext cx="4756727" cy="136410"/>
          </a:xfrm>
          <a:prstGeom prst="rightArrow">
            <a:avLst/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ED3892-8F91-E389-45DB-97F0F0F20021}"/>
              </a:ext>
            </a:extLst>
          </p:cNvPr>
          <p:cNvSpPr/>
          <p:nvPr/>
        </p:nvSpPr>
        <p:spPr>
          <a:xfrm>
            <a:off x="4784426" y="1385463"/>
            <a:ext cx="3408221" cy="649998"/>
          </a:xfrm>
          <a:prstGeom prst="roundRect">
            <a:avLst/>
          </a:prstGeom>
          <a:solidFill>
            <a:srgbClr val="00CC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1600" dirty="0"/>
              <a:t>ორგანულ ნაერთთა ქიმიის ლაბორატორია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A077ED-D0DF-83BB-925C-CE36C3860F81}"/>
              </a:ext>
            </a:extLst>
          </p:cNvPr>
          <p:cNvSpPr/>
          <p:nvPr/>
        </p:nvSpPr>
        <p:spPr>
          <a:xfrm>
            <a:off x="4784427" y="2205174"/>
            <a:ext cx="3408221" cy="616526"/>
          </a:xfrm>
          <a:prstGeom prst="roundRect">
            <a:avLst/>
          </a:prstGeom>
          <a:solidFill>
            <a:srgbClr val="00CC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1600" dirty="0"/>
              <a:t>ფიზიკურ-ქიმიური პროცესების კვლევის ლაბორატორია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0114009-2F66-88B4-BA8F-2E7B6E5CA9A6}"/>
              </a:ext>
            </a:extLst>
          </p:cNvPr>
          <p:cNvSpPr/>
          <p:nvPr/>
        </p:nvSpPr>
        <p:spPr>
          <a:xfrm>
            <a:off x="4784428" y="2986805"/>
            <a:ext cx="3408221" cy="616526"/>
          </a:xfrm>
          <a:prstGeom prst="roundRect">
            <a:avLst/>
          </a:prstGeom>
          <a:solidFill>
            <a:srgbClr val="00CC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1600" dirty="0"/>
              <a:t>ქიმიური ეკოლოგიის ლაბორატორია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A3C3C25-51B4-4DCB-CC14-83A2B6BF7AFA}"/>
              </a:ext>
            </a:extLst>
          </p:cNvPr>
          <p:cNvSpPr/>
          <p:nvPr/>
        </p:nvSpPr>
        <p:spPr>
          <a:xfrm>
            <a:off x="4784431" y="3768436"/>
            <a:ext cx="3408221" cy="616526"/>
          </a:xfrm>
          <a:prstGeom prst="roundRect">
            <a:avLst/>
          </a:prstGeom>
          <a:solidFill>
            <a:srgbClr val="00CC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1600" dirty="0"/>
              <a:t>მაღალმოლეკულურ ნაერთთა ქიმიის ლაბორატორია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5F0485-38D6-B0F1-8F5C-3BEDA9848F76}"/>
              </a:ext>
            </a:extLst>
          </p:cNvPr>
          <p:cNvSpPr/>
          <p:nvPr/>
        </p:nvSpPr>
        <p:spPr>
          <a:xfrm>
            <a:off x="4784430" y="4550067"/>
            <a:ext cx="3408221" cy="616526"/>
          </a:xfrm>
          <a:prstGeom prst="roundRect">
            <a:avLst/>
          </a:prstGeom>
          <a:solidFill>
            <a:srgbClr val="00CC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1600" dirty="0"/>
              <a:t>ნავთობის ქიმიის ლაბორატორია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8AEFEA0-4A86-AE08-3FF2-2726B7129515}"/>
              </a:ext>
            </a:extLst>
          </p:cNvPr>
          <p:cNvSpPr/>
          <p:nvPr/>
        </p:nvSpPr>
        <p:spPr>
          <a:xfrm>
            <a:off x="4784429" y="5331698"/>
            <a:ext cx="3408221" cy="616526"/>
          </a:xfrm>
          <a:prstGeom prst="roundRect">
            <a:avLst/>
          </a:prstGeom>
          <a:solidFill>
            <a:srgbClr val="00CCFF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sz="1600" dirty="0"/>
              <a:t>აგრარული ქიმიის ლაბორატორია</a:t>
            </a:r>
          </a:p>
        </p:txBody>
      </p:sp>
      <p:sp>
        <p:nvSpPr>
          <p:cNvPr id="35" name="Arrow: Bent 34">
            <a:extLst>
              <a:ext uri="{FF2B5EF4-FFF2-40B4-BE49-F238E27FC236}">
                <a16:creationId xmlns:a16="http://schemas.microsoft.com/office/drawing/2014/main" id="{B12EA579-E6FD-EAC6-4EE3-638B592C7856}"/>
              </a:ext>
            </a:extLst>
          </p:cNvPr>
          <p:cNvSpPr/>
          <p:nvPr/>
        </p:nvSpPr>
        <p:spPr>
          <a:xfrm rot="16200000" flipH="1">
            <a:off x="253957" y="1667729"/>
            <a:ext cx="3020904" cy="1061666"/>
          </a:xfrm>
          <a:prstGeom prst="bentArrow">
            <a:avLst>
              <a:gd name="adj1" fmla="val 5579"/>
              <a:gd name="adj2" fmla="val 2856"/>
              <a:gd name="adj3" fmla="val 9397"/>
              <a:gd name="adj4" fmla="val 47678"/>
            </a:avLst>
          </a:prstGeom>
          <a:solidFill>
            <a:srgbClr val="00B0F0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36C75E4-B730-425A-E43D-76C996BE9990}"/>
              </a:ext>
            </a:extLst>
          </p:cNvPr>
          <p:cNvSpPr/>
          <p:nvPr/>
        </p:nvSpPr>
        <p:spPr>
          <a:xfrm>
            <a:off x="1727763" y="3709014"/>
            <a:ext cx="1791288" cy="150783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a-GE" sz="1400" dirty="0"/>
              <a:t>საორგანიზაციო და საინჟინრო-ტექნიკური უზრუნველყოფის განყოფილება</a:t>
            </a:r>
            <a:endParaRPr lang="en-US" sz="14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C06D1C5-5D8B-F0D2-5935-42A1CE063AB9}"/>
              </a:ext>
            </a:extLst>
          </p:cNvPr>
          <p:cNvSpPr/>
          <p:nvPr/>
        </p:nvSpPr>
        <p:spPr>
          <a:xfrm>
            <a:off x="1739313" y="1687360"/>
            <a:ext cx="1791288" cy="69156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a-GE" sz="1400" dirty="0"/>
              <a:t>დირექტორის მოადგილე</a:t>
            </a:r>
            <a:endParaRPr lang="en-US" sz="14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F8923C5-FCBA-CDAB-75A6-3EFA65072D6A}"/>
              </a:ext>
            </a:extLst>
          </p:cNvPr>
          <p:cNvSpPr/>
          <p:nvPr/>
        </p:nvSpPr>
        <p:spPr>
          <a:xfrm>
            <a:off x="1735566" y="2698187"/>
            <a:ext cx="1791288" cy="69156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a-GE" sz="1400" dirty="0"/>
              <a:t>სწავლული მდივანი</a:t>
            </a:r>
            <a:endParaRPr lang="en-US" sz="14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4FCF5F-F5DA-E179-2907-03662BAA76A9}"/>
              </a:ext>
            </a:extLst>
          </p:cNvPr>
          <p:cNvSpPr/>
          <p:nvPr/>
        </p:nvSpPr>
        <p:spPr>
          <a:xfrm>
            <a:off x="3094188" y="124690"/>
            <a:ext cx="2216723" cy="1126836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a-GE" dirty="0"/>
              <a:t>დირექტორი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F6FA60F-B123-9E74-B3E2-C090D8ACA946}"/>
              </a:ext>
            </a:extLst>
          </p:cNvPr>
          <p:cNvSpPr/>
          <p:nvPr/>
        </p:nvSpPr>
        <p:spPr>
          <a:xfrm>
            <a:off x="1282351" y="1967345"/>
            <a:ext cx="317850" cy="13133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718FB7B-12A3-750B-89B8-9A77053337B7}"/>
              </a:ext>
            </a:extLst>
          </p:cNvPr>
          <p:cNvSpPr/>
          <p:nvPr/>
        </p:nvSpPr>
        <p:spPr>
          <a:xfrm>
            <a:off x="1282351" y="2921137"/>
            <a:ext cx="317850" cy="13133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C2DD9A6D-695F-B545-B0B9-D49B02BEE810}"/>
              </a:ext>
            </a:extLst>
          </p:cNvPr>
          <p:cNvSpPr/>
          <p:nvPr/>
        </p:nvSpPr>
        <p:spPr>
          <a:xfrm>
            <a:off x="1432120" y="4449446"/>
            <a:ext cx="152400" cy="127846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5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61</TotalTime>
  <Words>33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alen alen</dc:creator>
  <cp:lastModifiedBy>ილია ჩაჩავა</cp:lastModifiedBy>
  <cp:revision>1</cp:revision>
  <dcterms:created xsi:type="dcterms:W3CDTF">2026-01-23T05:38:15Z</dcterms:created>
  <dcterms:modified xsi:type="dcterms:W3CDTF">2026-01-23T06:39:46Z</dcterms:modified>
</cp:coreProperties>
</file>